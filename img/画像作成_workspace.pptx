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E3E89-0F20-4AA8-8B9A-7F0A18384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B5AB7-D943-4BB6-A7AA-59C29B5AB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2ADD98-AC1F-4C61-82C8-29D7165F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2208DC-AC11-4A54-9CBB-7EDFE9C3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2E15AD-E03C-450C-8316-5C30D988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59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A6058-9D6E-4B6E-BBAF-D4526BB6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47E2CE-5568-48DF-B110-D76AD1C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6D07FD-33B9-46E0-9C71-F70751960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66423B-1C0C-4C94-8092-0F73362D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91E319-DCC5-43E3-A27D-B36AEC63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58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6DC27-B2CD-4CD4-9F60-1E4E75111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18CEF0-9083-48E8-9A95-2D0B499E3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8C1E3C-6465-45F6-9C0E-51743D59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E00887-8776-468B-97F1-985098D0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C8C7D9-2272-4EAB-B3B8-93E0BBC4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20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46754-F05A-4C6D-891D-D9C9AB5A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50311C-1B0C-4D4A-8A83-33A3CCAAA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C22FB0-94E5-4F0A-AFF0-3D211DDFF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7BB4D1-A47F-4D6E-B846-2D39F6AE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80932A-0D5B-48F9-9307-E7492641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E3AB50-D5E1-4ACF-9A6F-0203DFB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903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538122-FD63-49BF-8FC1-F7F2AE65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2B5FB6-7500-49D4-8F8E-7A8004A51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32BE75-A6F2-4E94-B1A0-0C64B235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8D278D1-C697-44CC-99AC-18E25FBA2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C7EA836-9396-4CC9-9744-25C5B5B2A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957EFB-EA35-4FC3-B907-819E6CEB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3E694DD-6149-4D1B-A1C2-11CDD2E0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1E93BB-94CB-45DD-A789-28E469B4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53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E029DD-6D88-4B57-9094-3BCF4719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F2533C-5DAF-4C76-85A6-3F5EA979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E20643-E20D-4903-B64E-2AB115011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ED2B3F-9F5E-401A-B3FF-F155B01A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82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03F9EB1-A488-4296-ABB0-0029A0B6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1E9DFF-28E7-46CB-9391-B39BA382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B11734-A722-418B-9AB0-ECF5201A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5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D78B7-7FEF-4922-B972-B3BA740BD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36FD35-72A0-4432-A61D-7B7AED781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731B10-4A17-463D-A7B8-C1B0878FE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1BA11B-F773-4AE6-ACF7-D83E97B0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CE757E-9266-4C43-9A6C-C9B43CE3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83E739-DD12-4DB0-B884-141EC672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20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B8E9CD-08EC-49D9-8642-BDE35418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84929D3-1130-4DD8-8945-D2151A824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B0F432-1B4E-4E44-852B-60FFDE308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084A2-22EB-4A57-9C4E-D7BA0154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D23C97-BCD3-46B3-87EA-FD724BFE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51291F-5F6F-4CD1-8973-9CDFFE3C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092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45A2E-3FA5-4275-A0FD-3FF06D07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95D047-1D7A-44E0-AD4B-FAC7166B2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1B492B-9779-482C-943D-A066C47CF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6813F1-0B60-4F1D-B12F-3D6E33E0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7AB8D6-415A-4CA8-977D-E452A8C8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01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DD3A75-DE57-4CF2-A270-41AB92E24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6318C0-1B63-4345-B67E-0C05DD9A5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9090C0-F172-4CF9-9ECC-B4F7BFF2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B59721-8D28-4C5E-9F07-2A0D12C0F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CA1EBD-22BF-440C-B278-ECCD2B8C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89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5CBC41E-FADE-4066-B69D-63D04F9CF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9A0273-BBE8-4AF1-AFA1-2463A922D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5A4FE3-E39D-4DDE-B759-AB503FDB1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74233-F62D-42D9-8A0B-E7E60A34C0EB}" type="datetimeFigureOut">
              <a:rPr kumimoji="1" lang="ja-JP" altLang="en-US" smtClean="0"/>
              <a:t>2020/3/29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AF3C75-88D5-427A-80E7-FF17C8DD5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A3CA3C-6146-438C-AC59-C9FCFD5C1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A3859-A53C-4C61-9CE8-FB270A378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229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FA530AB-6165-417C-9F54-C010D88CC4AA}"/>
              </a:ext>
            </a:extLst>
          </p:cNvPr>
          <p:cNvGrpSpPr/>
          <p:nvPr/>
        </p:nvGrpSpPr>
        <p:grpSpPr>
          <a:xfrm>
            <a:off x="1116698" y="353304"/>
            <a:ext cx="2880967" cy="2803941"/>
            <a:chOff x="3333916" y="2107924"/>
            <a:chExt cx="2880967" cy="2803941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4B795777-44B5-4C8E-A53E-AD4FC57021E7}"/>
                </a:ext>
              </a:extLst>
            </p:cNvPr>
            <p:cNvSpPr/>
            <p:nvPr/>
          </p:nvSpPr>
          <p:spPr>
            <a:xfrm>
              <a:off x="3333916" y="2107975"/>
              <a:ext cx="2880767" cy="280389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C06D3E23-EB5E-422C-9FF7-08C0FF294BED}"/>
                </a:ext>
              </a:extLst>
            </p:cNvPr>
            <p:cNvCxnSpPr>
              <a:cxnSpLocks/>
            </p:cNvCxnSpPr>
            <p:nvPr/>
          </p:nvCxnSpPr>
          <p:spPr>
            <a:xfrm>
              <a:off x="3333916" y="4173464"/>
              <a:ext cx="2880767" cy="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図 14" descr="記号 が含まれている画像&#10;&#10;自動的に生成された説明">
              <a:extLst>
                <a:ext uri="{FF2B5EF4-FFF2-40B4-BE49-F238E27FC236}">
                  <a16:creationId xmlns:a16="http://schemas.microsoft.com/office/drawing/2014/main" id="{6823529E-EE7E-427A-8F0F-9F7F5A28E0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37" t="9779" b="8252"/>
            <a:stretch/>
          </p:blipFill>
          <p:spPr>
            <a:xfrm>
              <a:off x="3665692" y="2107975"/>
              <a:ext cx="2324424" cy="2065488"/>
            </a:xfrm>
            <a:prstGeom prst="rect">
              <a:avLst/>
            </a:prstGeom>
          </p:spPr>
        </p:pic>
        <p:sp>
          <p:nvSpPr>
            <p:cNvPr id="17" name="四角形: 上の 2 つの角を丸める 16">
              <a:extLst>
                <a:ext uri="{FF2B5EF4-FFF2-40B4-BE49-F238E27FC236}">
                  <a16:creationId xmlns:a16="http://schemas.microsoft.com/office/drawing/2014/main" id="{5323B2F5-AAFB-4894-975C-CE5E70869B48}"/>
                </a:ext>
              </a:extLst>
            </p:cNvPr>
            <p:cNvSpPr/>
            <p:nvPr/>
          </p:nvSpPr>
          <p:spPr>
            <a:xfrm>
              <a:off x="3333916" y="2107924"/>
              <a:ext cx="2867970" cy="2065488"/>
            </a:xfrm>
            <a:prstGeom prst="round2SameRect">
              <a:avLst>
                <a:gd name="adj1" fmla="val 23791"/>
                <a:gd name="adj2" fmla="val 0"/>
              </a:avLst>
            </a:prstGeom>
            <a:solidFill>
              <a:schemeClr val="tx1">
                <a:alpha val="5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142046DD-C12B-45EE-B8B5-4ACCEFDA15D7}"/>
                </a:ext>
              </a:extLst>
            </p:cNvPr>
            <p:cNvSpPr txBox="1"/>
            <p:nvPr/>
          </p:nvSpPr>
          <p:spPr>
            <a:xfrm>
              <a:off x="3669922" y="2312184"/>
              <a:ext cx="2371719" cy="1701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株式会社</a:t>
              </a:r>
              <a:r>
                <a:rPr lang="en-US" altLang="ja-JP" sz="2400" b="1" dirty="0" err="1">
                  <a:solidFill>
                    <a:schemeClr val="bg1"/>
                  </a:solidFill>
                </a:rPr>
                <a:t>Saola</a:t>
              </a:r>
              <a:endParaRPr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kumimoji="1" lang="ja-JP" altLang="en-US" sz="2400" b="1" dirty="0">
                  <a:solidFill>
                    <a:schemeClr val="bg1"/>
                  </a:solidFill>
                </a:rPr>
                <a:t>第</a:t>
              </a:r>
              <a:r>
                <a:rPr kumimoji="1" lang="en-US" altLang="ja-JP" sz="2400" b="1" dirty="0">
                  <a:solidFill>
                    <a:schemeClr val="bg1"/>
                  </a:solidFill>
                </a:rPr>
                <a:t>1</a:t>
              </a:r>
              <a:r>
                <a:rPr kumimoji="1" lang="ja-JP" altLang="en-US" sz="2400" b="1" dirty="0">
                  <a:solidFill>
                    <a:schemeClr val="bg1"/>
                  </a:solidFill>
                </a:rPr>
                <a:t>回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自己紹介</a:t>
              </a:r>
              <a:endParaRPr kumimoji="1" lang="ja-JP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8F3388F-4F7F-4BF2-A3AA-06C6AFE66AFA}"/>
                </a:ext>
              </a:extLst>
            </p:cNvPr>
            <p:cNvSpPr txBox="1"/>
            <p:nvPr/>
          </p:nvSpPr>
          <p:spPr>
            <a:xfrm>
              <a:off x="3489477" y="4288609"/>
              <a:ext cx="272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b="1" dirty="0"/>
                <a:t>3/30(</a:t>
              </a:r>
              <a:r>
                <a:rPr kumimoji="1" lang="ja-JP" altLang="en-US" sz="2400" b="1" dirty="0"/>
                <a:t>月</a:t>
              </a:r>
              <a:r>
                <a:rPr kumimoji="1" lang="en-US" altLang="ja-JP" sz="2400" b="1" dirty="0"/>
                <a:t>) 16:00~</a:t>
              </a:r>
              <a:endParaRPr kumimoji="1" lang="ja-JP" altLang="en-US" sz="2400" b="1" dirty="0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9B53812-38BA-4D13-A2B1-2CA01D387699}"/>
              </a:ext>
            </a:extLst>
          </p:cNvPr>
          <p:cNvGrpSpPr/>
          <p:nvPr/>
        </p:nvGrpSpPr>
        <p:grpSpPr>
          <a:xfrm>
            <a:off x="4611109" y="353304"/>
            <a:ext cx="2880967" cy="2803941"/>
            <a:chOff x="3333916" y="2107924"/>
            <a:chExt cx="2880967" cy="2803941"/>
          </a:xfrm>
        </p:grpSpPr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61A25D86-53B8-4773-BD30-D7906B2477E5}"/>
                </a:ext>
              </a:extLst>
            </p:cNvPr>
            <p:cNvSpPr/>
            <p:nvPr/>
          </p:nvSpPr>
          <p:spPr>
            <a:xfrm>
              <a:off x="3333916" y="2107975"/>
              <a:ext cx="2880767" cy="280389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C6FF859D-8090-4C03-A562-ECBA8731A64D}"/>
                </a:ext>
              </a:extLst>
            </p:cNvPr>
            <p:cNvCxnSpPr>
              <a:cxnSpLocks/>
            </p:cNvCxnSpPr>
            <p:nvPr/>
          </p:nvCxnSpPr>
          <p:spPr>
            <a:xfrm>
              <a:off x="3333916" y="4173464"/>
              <a:ext cx="2880767" cy="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図 23" descr="記号 が含まれている画像&#10;&#10;自動的に生成された説明">
              <a:extLst>
                <a:ext uri="{FF2B5EF4-FFF2-40B4-BE49-F238E27FC236}">
                  <a16:creationId xmlns:a16="http://schemas.microsoft.com/office/drawing/2014/main" id="{739B8926-E828-47D2-AD73-1537513CC1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37" t="9779" b="8252"/>
            <a:stretch/>
          </p:blipFill>
          <p:spPr>
            <a:xfrm>
              <a:off x="3665692" y="2107975"/>
              <a:ext cx="2324424" cy="2065488"/>
            </a:xfrm>
            <a:prstGeom prst="rect">
              <a:avLst/>
            </a:prstGeom>
          </p:spPr>
        </p:pic>
        <p:sp>
          <p:nvSpPr>
            <p:cNvPr id="25" name="四角形: 上の 2 つの角を丸める 24">
              <a:extLst>
                <a:ext uri="{FF2B5EF4-FFF2-40B4-BE49-F238E27FC236}">
                  <a16:creationId xmlns:a16="http://schemas.microsoft.com/office/drawing/2014/main" id="{A4B50BEF-73E7-423F-B975-82AC162BD78A}"/>
                </a:ext>
              </a:extLst>
            </p:cNvPr>
            <p:cNvSpPr/>
            <p:nvPr/>
          </p:nvSpPr>
          <p:spPr>
            <a:xfrm>
              <a:off x="3333916" y="2107924"/>
              <a:ext cx="2867970" cy="2065488"/>
            </a:xfrm>
            <a:prstGeom prst="round2SameRect">
              <a:avLst>
                <a:gd name="adj1" fmla="val 23791"/>
                <a:gd name="adj2" fmla="val 0"/>
              </a:avLst>
            </a:prstGeom>
            <a:solidFill>
              <a:schemeClr val="tx1">
                <a:alpha val="5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1AE717FE-7DD7-4B58-B699-8B19509DF131}"/>
                </a:ext>
              </a:extLst>
            </p:cNvPr>
            <p:cNvSpPr txBox="1"/>
            <p:nvPr/>
          </p:nvSpPr>
          <p:spPr>
            <a:xfrm>
              <a:off x="3669922" y="2312184"/>
              <a:ext cx="2371719" cy="1701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ja-JP" altLang="en-US" sz="2400" b="1" dirty="0">
                  <a:solidFill>
                    <a:schemeClr val="bg1"/>
                  </a:solidFill>
                </a:rPr>
                <a:t>株式会社</a:t>
              </a:r>
              <a:r>
                <a:rPr lang="en-US" altLang="ja-JP" sz="2400" b="1" dirty="0" err="1">
                  <a:solidFill>
                    <a:schemeClr val="bg1"/>
                  </a:solidFill>
                </a:rPr>
                <a:t>Saola</a:t>
              </a:r>
              <a:endParaRPr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kumimoji="1" lang="ja-JP" altLang="en-US" sz="2400" b="1" dirty="0">
                  <a:solidFill>
                    <a:schemeClr val="bg1"/>
                  </a:solidFill>
                </a:rPr>
                <a:t>第</a:t>
              </a:r>
              <a:r>
                <a:rPr kumimoji="1" lang="en-US" altLang="ja-JP" sz="2400" b="1" dirty="0">
                  <a:solidFill>
                    <a:schemeClr val="bg1"/>
                  </a:solidFill>
                </a:rPr>
                <a:t>2</a:t>
              </a:r>
              <a:r>
                <a:rPr kumimoji="1" lang="ja-JP" altLang="en-US" sz="2400" b="1" dirty="0">
                  <a:solidFill>
                    <a:schemeClr val="bg1"/>
                  </a:solidFill>
                </a:rPr>
                <a:t>回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挨拶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4F3143E-CE15-432E-A97E-DBDCCED20122}"/>
                </a:ext>
              </a:extLst>
            </p:cNvPr>
            <p:cNvSpPr txBox="1"/>
            <p:nvPr/>
          </p:nvSpPr>
          <p:spPr>
            <a:xfrm>
              <a:off x="3489477" y="4288609"/>
              <a:ext cx="272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b="1" dirty="0"/>
                <a:t>4</a:t>
              </a:r>
              <a:r>
                <a:rPr kumimoji="1" lang="en-US" altLang="ja-JP" sz="2400" b="1" dirty="0"/>
                <a:t>/1(</a:t>
              </a:r>
              <a:r>
                <a:rPr lang="ja-JP" altLang="en-US" sz="2400" b="1" dirty="0"/>
                <a:t>水</a:t>
              </a:r>
              <a:r>
                <a:rPr kumimoji="1" lang="en-US" altLang="ja-JP" sz="2400" b="1" dirty="0"/>
                <a:t>) 16:00~</a:t>
              </a:r>
              <a:endParaRPr kumimoji="1" lang="ja-JP" altLang="en-US" sz="2400" b="1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71DFED2-1F93-4955-8E10-F8314030AA3F}"/>
              </a:ext>
            </a:extLst>
          </p:cNvPr>
          <p:cNvGrpSpPr/>
          <p:nvPr/>
        </p:nvGrpSpPr>
        <p:grpSpPr>
          <a:xfrm>
            <a:off x="8088265" y="353304"/>
            <a:ext cx="2880967" cy="2803941"/>
            <a:chOff x="3333916" y="2107924"/>
            <a:chExt cx="2880967" cy="2803941"/>
          </a:xfrm>
        </p:grpSpPr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667571B5-149E-478A-B5E8-E517973579C3}"/>
                </a:ext>
              </a:extLst>
            </p:cNvPr>
            <p:cNvSpPr/>
            <p:nvPr/>
          </p:nvSpPr>
          <p:spPr>
            <a:xfrm>
              <a:off x="3333916" y="2107975"/>
              <a:ext cx="2880767" cy="280389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9BF0145D-7BAA-4E75-AAEE-3EC37469E737}"/>
                </a:ext>
              </a:extLst>
            </p:cNvPr>
            <p:cNvCxnSpPr>
              <a:cxnSpLocks/>
            </p:cNvCxnSpPr>
            <p:nvPr/>
          </p:nvCxnSpPr>
          <p:spPr>
            <a:xfrm>
              <a:off x="3333916" y="4173464"/>
              <a:ext cx="2880767" cy="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図 30" descr="記号 が含まれている画像&#10;&#10;自動的に生成された説明">
              <a:extLst>
                <a:ext uri="{FF2B5EF4-FFF2-40B4-BE49-F238E27FC236}">
                  <a16:creationId xmlns:a16="http://schemas.microsoft.com/office/drawing/2014/main" id="{96C613B1-048F-4B46-B11F-93A418FC5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37" t="9779" b="8252"/>
            <a:stretch/>
          </p:blipFill>
          <p:spPr>
            <a:xfrm>
              <a:off x="3665692" y="2107975"/>
              <a:ext cx="2324424" cy="2065488"/>
            </a:xfrm>
            <a:prstGeom prst="rect">
              <a:avLst/>
            </a:prstGeom>
          </p:spPr>
        </p:pic>
        <p:sp>
          <p:nvSpPr>
            <p:cNvPr id="32" name="四角形: 上の 2 つの角を丸める 31">
              <a:extLst>
                <a:ext uri="{FF2B5EF4-FFF2-40B4-BE49-F238E27FC236}">
                  <a16:creationId xmlns:a16="http://schemas.microsoft.com/office/drawing/2014/main" id="{C99DEE0C-994B-4481-B8B8-6F70427D206C}"/>
                </a:ext>
              </a:extLst>
            </p:cNvPr>
            <p:cNvSpPr/>
            <p:nvPr/>
          </p:nvSpPr>
          <p:spPr>
            <a:xfrm>
              <a:off x="3333916" y="2107924"/>
              <a:ext cx="2867970" cy="2065488"/>
            </a:xfrm>
            <a:prstGeom prst="round2SameRect">
              <a:avLst>
                <a:gd name="adj1" fmla="val 23791"/>
                <a:gd name="adj2" fmla="val 0"/>
              </a:avLst>
            </a:prstGeom>
            <a:solidFill>
              <a:schemeClr val="tx1">
                <a:alpha val="5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1AC8E040-34DC-4ACD-9A1C-D1D20F5D9608}"/>
                </a:ext>
              </a:extLst>
            </p:cNvPr>
            <p:cNvSpPr txBox="1"/>
            <p:nvPr/>
          </p:nvSpPr>
          <p:spPr>
            <a:xfrm>
              <a:off x="3669922" y="2312184"/>
              <a:ext cx="2371719" cy="1701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ja-JP" altLang="en-US" sz="2400" b="1" dirty="0">
                  <a:solidFill>
                    <a:schemeClr val="bg1"/>
                  </a:solidFill>
                </a:rPr>
                <a:t>株式会社</a:t>
              </a:r>
              <a:r>
                <a:rPr lang="en-US" altLang="ja-JP" sz="2400" b="1" dirty="0" err="1">
                  <a:solidFill>
                    <a:schemeClr val="bg1"/>
                  </a:solidFill>
                </a:rPr>
                <a:t>Saola</a:t>
              </a:r>
              <a:endParaRPr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kumimoji="1" lang="ja-JP" altLang="en-US" sz="2400" b="1" dirty="0">
                  <a:solidFill>
                    <a:schemeClr val="bg1"/>
                  </a:solidFill>
                </a:rPr>
                <a:t>第</a:t>
              </a:r>
              <a:r>
                <a:rPr lang="en-US" altLang="ja-JP" sz="2400" b="1" dirty="0">
                  <a:solidFill>
                    <a:schemeClr val="bg1"/>
                  </a:solidFill>
                </a:rPr>
                <a:t>3</a:t>
              </a:r>
              <a:r>
                <a:rPr kumimoji="1" lang="ja-JP" altLang="en-US" sz="2400" b="1" dirty="0">
                  <a:solidFill>
                    <a:schemeClr val="bg1"/>
                  </a:solidFill>
                </a:rPr>
                <a:t>回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報告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74713BED-519D-4F47-8332-08101EFDCE8F}"/>
                </a:ext>
              </a:extLst>
            </p:cNvPr>
            <p:cNvSpPr txBox="1"/>
            <p:nvPr/>
          </p:nvSpPr>
          <p:spPr>
            <a:xfrm>
              <a:off x="3489477" y="4288609"/>
              <a:ext cx="272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b="1" dirty="0"/>
                <a:t>4</a:t>
              </a:r>
              <a:r>
                <a:rPr kumimoji="1" lang="en-US" altLang="ja-JP" sz="2400" b="1" dirty="0"/>
                <a:t>/3(</a:t>
              </a:r>
              <a:r>
                <a:rPr lang="ja-JP" altLang="en-US" sz="2400" b="1" dirty="0"/>
                <a:t>金</a:t>
              </a:r>
              <a:r>
                <a:rPr kumimoji="1" lang="en-US" altLang="ja-JP" sz="2400" b="1" dirty="0"/>
                <a:t>) 16:00~</a:t>
              </a:r>
              <a:endParaRPr kumimoji="1" lang="ja-JP" altLang="en-US" sz="2400" b="1" dirty="0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E6BEE109-DBFF-41BE-998C-A0306DC3AB95}"/>
              </a:ext>
            </a:extLst>
          </p:cNvPr>
          <p:cNvGrpSpPr/>
          <p:nvPr/>
        </p:nvGrpSpPr>
        <p:grpSpPr>
          <a:xfrm>
            <a:off x="1103701" y="3496495"/>
            <a:ext cx="2880767" cy="2803941"/>
            <a:chOff x="3333916" y="2107924"/>
            <a:chExt cx="2880767" cy="2803941"/>
          </a:xfrm>
        </p:grpSpPr>
        <p:sp>
          <p:nvSpPr>
            <p:cNvPr id="36" name="四角形: 角を丸くする 35">
              <a:extLst>
                <a:ext uri="{FF2B5EF4-FFF2-40B4-BE49-F238E27FC236}">
                  <a16:creationId xmlns:a16="http://schemas.microsoft.com/office/drawing/2014/main" id="{3CA75121-2CD9-4FE4-9F63-AA2B97FC7099}"/>
                </a:ext>
              </a:extLst>
            </p:cNvPr>
            <p:cNvSpPr/>
            <p:nvPr/>
          </p:nvSpPr>
          <p:spPr>
            <a:xfrm>
              <a:off x="3333916" y="2107975"/>
              <a:ext cx="2880767" cy="280389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3E8E4BE6-A114-4321-8B8D-A62E294004C0}"/>
                </a:ext>
              </a:extLst>
            </p:cNvPr>
            <p:cNvCxnSpPr>
              <a:cxnSpLocks/>
            </p:cNvCxnSpPr>
            <p:nvPr/>
          </p:nvCxnSpPr>
          <p:spPr>
            <a:xfrm>
              <a:off x="3333916" y="4173464"/>
              <a:ext cx="2880767" cy="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図 37" descr="記号 が含まれている画像&#10;&#10;自動的に生成された説明">
              <a:extLst>
                <a:ext uri="{FF2B5EF4-FFF2-40B4-BE49-F238E27FC236}">
                  <a16:creationId xmlns:a16="http://schemas.microsoft.com/office/drawing/2014/main" id="{C3953F00-4228-49B2-8652-D46F607D86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37" t="9779" b="8252"/>
            <a:stretch/>
          </p:blipFill>
          <p:spPr>
            <a:xfrm>
              <a:off x="3665692" y="2107975"/>
              <a:ext cx="2324424" cy="2065488"/>
            </a:xfrm>
            <a:prstGeom prst="rect">
              <a:avLst/>
            </a:prstGeom>
          </p:spPr>
        </p:pic>
        <p:sp>
          <p:nvSpPr>
            <p:cNvPr id="39" name="四角形: 上の 2 つの角を丸める 38">
              <a:extLst>
                <a:ext uri="{FF2B5EF4-FFF2-40B4-BE49-F238E27FC236}">
                  <a16:creationId xmlns:a16="http://schemas.microsoft.com/office/drawing/2014/main" id="{EFFE2C76-40CE-416C-8291-CBD80F8061A6}"/>
                </a:ext>
              </a:extLst>
            </p:cNvPr>
            <p:cNvSpPr/>
            <p:nvPr/>
          </p:nvSpPr>
          <p:spPr>
            <a:xfrm>
              <a:off x="3333916" y="2107924"/>
              <a:ext cx="2867970" cy="2065488"/>
            </a:xfrm>
            <a:prstGeom prst="round2SameRect">
              <a:avLst>
                <a:gd name="adj1" fmla="val 23791"/>
                <a:gd name="adj2" fmla="val 0"/>
              </a:avLst>
            </a:prstGeom>
            <a:solidFill>
              <a:schemeClr val="tx1">
                <a:alpha val="5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C371632C-5351-432D-8B1D-608521D1C515}"/>
                </a:ext>
              </a:extLst>
            </p:cNvPr>
            <p:cNvSpPr txBox="1"/>
            <p:nvPr/>
          </p:nvSpPr>
          <p:spPr>
            <a:xfrm>
              <a:off x="3669922" y="2312184"/>
              <a:ext cx="2371719" cy="1147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株式会社</a:t>
              </a:r>
              <a:r>
                <a:rPr lang="en-US" altLang="ja-JP" sz="2400" b="1" dirty="0" err="1">
                  <a:solidFill>
                    <a:schemeClr val="bg1"/>
                  </a:solidFill>
                </a:rPr>
                <a:t>Saola</a:t>
              </a:r>
              <a:endParaRPr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教育</a:t>
              </a:r>
              <a:endParaRPr lang="en-US" altLang="ja-JP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385FF63-2755-4FE3-96B8-7D042AB09DDE}"/>
                </a:ext>
              </a:extLst>
            </p:cNvPr>
            <p:cNvSpPr txBox="1"/>
            <p:nvPr/>
          </p:nvSpPr>
          <p:spPr>
            <a:xfrm>
              <a:off x="3465201" y="4353041"/>
              <a:ext cx="2725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詳細を見る</a:t>
              </a:r>
              <a:endParaRPr kumimoji="1" lang="ja-JP" alt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4C9C0FA9-6130-43C9-BFCE-49B41377A254}"/>
              </a:ext>
            </a:extLst>
          </p:cNvPr>
          <p:cNvGrpSpPr/>
          <p:nvPr/>
        </p:nvGrpSpPr>
        <p:grpSpPr>
          <a:xfrm>
            <a:off x="4655616" y="3534241"/>
            <a:ext cx="2880767" cy="2803941"/>
            <a:chOff x="3333916" y="2107924"/>
            <a:chExt cx="2880767" cy="2803941"/>
          </a:xfrm>
        </p:grpSpPr>
        <p:sp>
          <p:nvSpPr>
            <p:cNvPr id="57" name="四角形: 角を丸くする 56">
              <a:extLst>
                <a:ext uri="{FF2B5EF4-FFF2-40B4-BE49-F238E27FC236}">
                  <a16:creationId xmlns:a16="http://schemas.microsoft.com/office/drawing/2014/main" id="{9A23F986-0A79-4012-93D6-A84A7050F5B7}"/>
                </a:ext>
              </a:extLst>
            </p:cNvPr>
            <p:cNvSpPr/>
            <p:nvPr/>
          </p:nvSpPr>
          <p:spPr>
            <a:xfrm>
              <a:off x="3333916" y="2107975"/>
              <a:ext cx="2880767" cy="280389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98EF2A4A-1F5C-465A-AA6A-1781F6537934}"/>
                </a:ext>
              </a:extLst>
            </p:cNvPr>
            <p:cNvCxnSpPr>
              <a:cxnSpLocks/>
            </p:cNvCxnSpPr>
            <p:nvPr/>
          </p:nvCxnSpPr>
          <p:spPr>
            <a:xfrm>
              <a:off x="3333916" y="4173464"/>
              <a:ext cx="2880767" cy="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図 58" descr="記号 が含まれている画像&#10;&#10;自動的に生成された説明">
              <a:extLst>
                <a:ext uri="{FF2B5EF4-FFF2-40B4-BE49-F238E27FC236}">
                  <a16:creationId xmlns:a16="http://schemas.microsoft.com/office/drawing/2014/main" id="{4EE71C33-97B4-4A73-897D-F8506D329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37" t="9779" b="8252"/>
            <a:stretch/>
          </p:blipFill>
          <p:spPr>
            <a:xfrm>
              <a:off x="3665692" y="2107975"/>
              <a:ext cx="2324424" cy="2065488"/>
            </a:xfrm>
            <a:prstGeom prst="rect">
              <a:avLst/>
            </a:prstGeom>
          </p:spPr>
        </p:pic>
        <p:sp>
          <p:nvSpPr>
            <p:cNvPr id="60" name="四角形: 上の 2 つの角を丸める 59">
              <a:extLst>
                <a:ext uri="{FF2B5EF4-FFF2-40B4-BE49-F238E27FC236}">
                  <a16:creationId xmlns:a16="http://schemas.microsoft.com/office/drawing/2014/main" id="{48118F53-8013-475C-9AA3-9158BCD19CAF}"/>
                </a:ext>
              </a:extLst>
            </p:cNvPr>
            <p:cNvSpPr/>
            <p:nvPr/>
          </p:nvSpPr>
          <p:spPr>
            <a:xfrm>
              <a:off x="3333916" y="2107924"/>
              <a:ext cx="2867970" cy="2065488"/>
            </a:xfrm>
            <a:prstGeom prst="round2SameRect">
              <a:avLst>
                <a:gd name="adj1" fmla="val 23791"/>
                <a:gd name="adj2" fmla="val 0"/>
              </a:avLst>
            </a:prstGeom>
            <a:solidFill>
              <a:schemeClr val="tx1">
                <a:alpha val="5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51451D8E-2D07-471F-806A-AEC884954DAC}"/>
                </a:ext>
              </a:extLst>
            </p:cNvPr>
            <p:cNvSpPr txBox="1"/>
            <p:nvPr/>
          </p:nvSpPr>
          <p:spPr>
            <a:xfrm>
              <a:off x="3669922" y="2312184"/>
              <a:ext cx="2371719" cy="1147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株式会社</a:t>
              </a:r>
              <a:r>
                <a:rPr lang="en-US" altLang="ja-JP" sz="2400" b="1" dirty="0" err="1">
                  <a:solidFill>
                    <a:schemeClr val="bg1"/>
                  </a:solidFill>
                </a:rPr>
                <a:t>Tmark</a:t>
              </a:r>
              <a:endParaRPr lang="en-US" altLang="ja-JP" sz="24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ja-JP" altLang="en-US" sz="2400" b="1" dirty="0">
                  <a:solidFill>
                    <a:schemeClr val="bg1"/>
                  </a:solidFill>
                </a:rPr>
                <a:t>製造</a:t>
              </a:r>
              <a:endParaRPr lang="en-US" altLang="ja-JP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CB22490E-726F-4575-9443-6C5214E24FB3}"/>
                </a:ext>
              </a:extLst>
            </p:cNvPr>
            <p:cNvSpPr txBox="1"/>
            <p:nvPr/>
          </p:nvSpPr>
          <p:spPr>
            <a:xfrm>
              <a:off x="3465201" y="4353041"/>
              <a:ext cx="2725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詳細を見る</a:t>
              </a:r>
              <a:endParaRPr kumimoji="1" lang="ja-JP" alt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67" name="吹き出し: 四角形 66">
            <a:extLst>
              <a:ext uri="{FF2B5EF4-FFF2-40B4-BE49-F238E27FC236}">
                <a16:creationId xmlns:a16="http://schemas.microsoft.com/office/drawing/2014/main" id="{3F22F47E-E187-4459-BE8D-8EF7556D6CB5}"/>
              </a:ext>
            </a:extLst>
          </p:cNvPr>
          <p:cNvSpPr/>
          <p:nvPr/>
        </p:nvSpPr>
        <p:spPr>
          <a:xfrm>
            <a:off x="8876962" y="4264713"/>
            <a:ext cx="2725406" cy="612648"/>
          </a:xfrm>
          <a:prstGeom prst="wedgeRectCallout">
            <a:avLst>
              <a:gd name="adj1" fmla="val -68681"/>
              <a:gd name="adj2" fmla="val -2071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よろしくお願いします</a:t>
            </a: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129BEC42-68E8-4E38-B371-7C28A43D11CE}"/>
              </a:ext>
            </a:extLst>
          </p:cNvPr>
          <p:cNvSpPr/>
          <p:nvPr/>
        </p:nvSpPr>
        <p:spPr>
          <a:xfrm rot="5400000">
            <a:off x="8818076" y="5344057"/>
            <a:ext cx="318153" cy="734629"/>
          </a:xfrm>
          <a:custGeom>
            <a:avLst/>
            <a:gdLst>
              <a:gd name="connsiteX0" fmla="*/ 0 w 310064"/>
              <a:gd name="connsiteY0" fmla="*/ 645617 h 645617"/>
              <a:gd name="connsiteX1" fmla="*/ 310064 w 310064"/>
              <a:gd name="connsiteY1" fmla="*/ 0 h 645617"/>
              <a:gd name="connsiteX2" fmla="*/ 310064 w 310064"/>
              <a:gd name="connsiteY2" fmla="*/ 645617 h 645617"/>
              <a:gd name="connsiteX3" fmla="*/ 0 w 310064"/>
              <a:gd name="connsiteY3" fmla="*/ 645617 h 645617"/>
              <a:gd name="connsiteX0" fmla="*/ 0 w 293877"/>
              <a:gd name="connsiteY0" fmla="*/ 791273 h 791273"/>
              <a:gd name="connsiteX1" fmla="*/ 293877 w 293877"/>
              <a:gd name="connsiteY1" fmla="*/ 0 h 791273"/>
              <a:gd name="connsiteX2" fmla="*/ 293877 w 293877"/>
              <a:gd name="connsiteY2" fmla="*/ 645617 h 791273"/>
              <a:gd name="connsiteX3" fmla="*/ 0 w 293877"/>
              <a:gd name="connsiteY3" fmla="*/ 791273 h 791273"/>
              <a:gd name="connsiteX0" fmla="*/ 0 w 318153"/>
              <a:gd name="connsiteY0" fmla="*/ 734629 h 734629"/>
              <a:gd name="connsiteX1" fmla="*/ 318153 w 318153"/>
              <a:gd name="connsiteY1" fmla="*/ 0 h 734629"/>
              <a:gd name="connsiteX2" fmla="*/ 318153 w 318153"/>
              <a:gd name="connsiteY2" fmla="*/ 645617 h 734629"/>
              <a:gd name="connsiteX3" fmla="*/ 0 w 318153"/>
              <a:gd name="connsiteY3" fmla="*/ 734629 h 73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153" h="734629">
                <a:moveTo>
                  <a:pt x="0" y="734629"/>
                </a:moveTo>
                <a:lnTo>
                  <a:pt x="318153" y="0"/>
                </a:lnTo>
                <a:lnTo>
                  <a:pt x="318153" y="645617"/>
                </a:lnTo>
                <a:lnTo>
                  <a:pt x="0" y="73462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二等辺三角形 67">
            <a:extLst>
              <a:ext uri="{FF2B5EF4-FFF2-40B4-BE49-F238E27FC236}">
                <a16:creationId xmlns:a16="http://schemas.microsoft.com/office/drawing/2014/main" id="{3FA8D1DA-D159-4F56-843B-3FCCEF3312C7}"/>
              </a:ext>
            </a:extLst>
          </p:cNvPr>
          <p:cNvSpPr/>
          <p:nvPr/>
        </p:nvSpPr>
        <p:spPr>
          <a:xfrm rot="5400000" flipH="1">
            <a:off x="8818076" y="5685671"/>
            <a:ext cx="318152" cy="734629"/>
          </a:xfrm>
          <a:custGeom>
            <a:avLst/>
            <a:gdLst>
              <a:gd name="connsiteX0" fmla="*/ 0 w 310064"/>
              <a:gd name="connsiteY0" fmla="*/ 645617 h 645617"/>
              <a:gd name="connsiteX1" fmla="*/ 310064 w 310064"/>
              <a:gd name="connsiteY1" fmla="*/ 0 h 645617"/>
              <a:gd name="connsiteX2" fmla="*/ 310064 w 310064"/>
              <a:gd name="connsiteY2" fmla="*/ 645617 h 645617"/>
              <a:gd name="connsiteX3" fmla="*/ 0 w 310064"/>
              <a:gd name="connsiteY3" fmla="*/ 645617 h 645617"/>
              <a:gd name="connsiteX0" fmla="*/ 0 w 293877"/>
              <a:gd name="connsiteY0" fmla="*/ 791273 h 791273"/>
              <a:gd name="connsiteX1" fmla="*/ 293877 w 293877"/>
              <a:gd name="connsiteY1" fmla="*/ 0 h 791273"/>
              <a:gd name="connsiteX2" fmla="*/ 293877 w 293877"/>
              <a:gd name="connsiteY2" fmla="*/ 645617 h 791273"/>
              <a:gd name="connsiteX3" fmla="*/ 0 w 293877"/>
              <a:gd name="connsiteY3" fmla="*/ 791273 h 791273"/>
              <a:gd name="connsiteX0" fmla="*/ 0 w 318153"/>
              <a:gd name="connsiteY0" fmla="*/ 734629 h 734629"/>
              <a:gd name="connsiteX1" fmla="*/ 318153 w 318153"/>
              <a:gd name="connsiteY1" fmla="*/ 0 h 734629"/>
              <a:gd name="connsiteX2" fmla="*/ 318153 w 318153"/>
              <a:gd name="connsiteY2" fmla="*/ 645617 h 734629"/>
              <a:gd name="connsiteX3" fmla="*/ 0 w 318153"/>
              <a:gd name="connsiteY3" fmla="*/ 734629 h 73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153" h="734629">
                <a:moveTo>
                  <a:pt x="0" y="734629"/>
                </a:moveTo>
                <a:lnTo>
                  <a:pt x="318153" y="0"/>
                </a:lnTo>
                <a:lnTo>
                  <a:pt x="318153" y="645617"/>
                </a:lnTo>
                <a:lnTo>
                  <a:pt x="0" y="73462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42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54</Words>
  <Application>Microsoft Office PowerPoint</Application>
  <PresentationFormat>ワイド画面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Tachibana Mitsuru</dc:creator>
  <cp:lastModifiedBy>Tachibana Mitsuru</cp:lastModifiedBy>
  <cp:revision>7</cp:revision>
  <dcterms:created xsi:type="dcterms:W3CDTF">2020-03-29T10:36:35Z</dcterms:created>
  <dcterms:modified xsi:type="dcterms:W3CDTF">2020-03-29T13:51:44Z</dcterms:modified>
</cp:coreProperties>
</file>